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組別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第 20 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系級班級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資訊工程系 3B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980B9"/>
                </a:solidFill>
              </a:defRPr>
            </a:pPr>
            <a:r>
              <a:t>成員資訊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組長：詹書豪 (B2230041)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      負責：專案規劃與整合、程式設計與測試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組員：李程絛 (B2230319)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組員：林元皓 (B3401214)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小專題題目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踩地雷遊戲</a:t>
            </a:r>
          </a:p>
          <a:p>
            <a:r>
              <a:t>(Minesweeper Game)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980B9"/>
                </a:solidFill>
              </a:defRPr>
            </a:pPr>
            <a:r>
              <a:t>程式介紹 (UML 圖與操作說明)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系統架構設計：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  • Cell 類別 - 代表棋盤上的單一格子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  • Board 類別 - 管理棋盤狀態和地雷位置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  • Game 類別 - 控制遊戲主邏輯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  • Display 類別 - 負責棋盤顯示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遊戲規則：選擇難度 → 揭露格子 → 避開地雷 → 標記疑似地雷 → 贏得遊戲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980B9"/>
                </a:solidFill>
              </a:defRPr>
            </a:pPr>
            <a:r>
              <a:t>程式如何安裝執行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快速開始（Windows 用戶）：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1. 進入 Releases 頁面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2. 下載最新的 minesweeper.exe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3. 雙擊執行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Linux / macOS 用戶：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1. 下載並解壓 ZIP 檔案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2. 進入資料夾執行 ./minesweeper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980B9"/>
                </a:solidFill>
              </a:defRPr>
            </a:pPr>
            <a:r>
              <a:t>程式畫面示範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遊戲開始畫面：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  ┌─────────────────────┐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  │  踩地雷遊戲    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  │  1. 簡單  2. 中等  3. 困難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  │  請選擇難度： 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  └─────────────────────┘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遊戲中顯示：棋盤格子、地雷數量、遊戲狀態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遊戲結束：勝利或失敗訊息顯示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980B9"/>
                </a:solidFill>
              </a:defRPr>
            </a:pPr>
            <a:r>
              <a:t>分工資訊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詹書豪 (B2230041) - 組長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  • 整體專案規劃與架構設計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  • Cell 類別開發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  • Board 類別開發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  • 程式整合與測試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李程絛 (B2230319) &amp; 林元皓 (B3401214)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4495E"/>
                </a:solidFill>
              </a:defRPr>
            </a:pPr>
            <a:r>
              <a:t>  • 輔助開發和測試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GitHub 連結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Repository:</a:t>
            </a:r>
          </a:p>
          <a:p>
            <a:r>
              <a:t>https://github.com/XJacksonChrisX/minesweeper</a:t>
            </a:r>
          </a:p>
          <a:p/>
          <a:p>
            <a:r>
              <a:t>Download: Releases 頁面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