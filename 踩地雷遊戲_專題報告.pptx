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踩地雷遊戲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Minesweeper Game</a:t>
            </a:r>
          </a:p>
          <a:p>
            <a:r>
              <a:t>資工系 3B - 第 20 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980B9"/>
                </a:solidFill>
              </a:defRPr>
            </a:pPr>
            <a:r>
              <a:t>專案概述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• 一個使用 C++ 開發的經典踩地雷遊戲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• 提供三個難度等級供玩家選擇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• 透過邏輯推理和運氣揭露所有非地雷格子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• 結合命令列介面與圖形化顯示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• 支援 Windows、Linux、macOS 跨平台執行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980B9"/>
                </a:solidFill>
              </a:defRPr>
            </a:pPr>
            <a:r>
              <a:t>專案團隊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組長：詹書豪 (B2230041)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      負責：專案規劃與整合、程式設計與測試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組員：李程絛 (B2230319)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組員：林元皓 (B3401214)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980B9"/>
                </a:solidFill>
              </a:defRPr>
            </a:pPr>
            <a:r>
              <a:t>遊戲規則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1. 選擇難度等級，遊戲隨機布置地雷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2. 輸入坐標揭露格子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3. 格子顯示：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   💣 地雷（遊戲失敗）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   · 空格（周圍沒有地雷）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   1-8 相鄰地雷個數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4. 標記懷疑的地雷位置（🚩）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5. 揭露所有非地雷格子即獲勝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980B9"/>
                </a:solidFill>
              </a:defRPr>
            </a:pPr>
            <a:r>
              <a:t>難度等級與設定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4495E"/>
                </a:solidFill>
              </a:defRPr>
            </a:pPr>
            <a:r>
              <a:t>難度等級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4495E"/>
                </a:solidFill>
              </a:defRPr>
            </a:pPr>
            <a:r>
              <a:t>簡單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4495E"/>
                </a:solidFill>
              </a:defRPr>
            </a:pPr>
            <a:r>
              <a:t>中等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4495E"/>
                </a:solidFill>
              </a:defRPr>
            </a:pPr>
            <a:r>
              <a:t>困難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4495E"/>
                </a:solidFill>
              </a:defRPr>
            </a:pPr>
            <a:r>
              <a:t>對應設定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82880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4495E"/>
                </a:solidFill>
              </a:defRPr>
            </a:pPr>
            <a:r>
              <a:t>8×8 棋盤，10 個地雷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4495E"/>
                </a:solidFill>
              </a:defRPr>
            </a:pPr>
            <a:r>
              <a:t>12×12 棋盤，30 個地雷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4495E"/>
                </a:solidFill>
              </a:defRPr>
            </a:pPr>
            <a:r>
              <a:t>16×16 棋盤，40 個地雷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980B9"/>
                </a:solidFill>
              </a:defRPr>
            </a:pPr>
            <a:r>
              <a:t>系統架構 - 核心類別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Cell 類別：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  • 代表棋盤上的單一格子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  • 屬性：是否為地雷、是否揭露、是否標記、相鄰地雷數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Board 類別：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  • 管理整個棋盤的狀態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  • 地雷位置隨機生成、計算相鄰地雷數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980B9"/>
                </a:solidFill>
              </a:defRPr>
            </a:pPr>
            <a:r>
              <a:t>系統架構 - 遊戲流程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Game 類別：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  • 控制遊戲主邏輯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  • 管理遊戲狀態（進行中、勝利、失敗）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  • 處理玩家輸入和遊戲進行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Display 類別：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  • 負責將棋盤狀態顯示給玩家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980B9"/>
                </a:solidFill>
              </a:defRPr>
            </a:pPr>
            <a:r>
              <a:t>專案文件結構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4114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4495E"/>
                </a:solidFill>
              </a:defRPr>
            </a:pPr>
            <a:r>
              <a:t>標頭檔案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82880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4495E"/>
                </a:solidFill>
              </a:defRPr>
            </a:pPr>
            <a:r>
              <a:t>board.h - 棋盤類別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4495E"/>
                </a:solidFill>
              </a:defRPr>
            </a:pPr>
            <a:r>
              <a:t>cell.h - 格子類別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4495E"/>
                </a:solidFill>
              </a:defRPr>
            </a:pPr>
            <a:r>
              <a:t>display.h - 顯示類別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4495E"/>
                </a:solidFill>
              </a:defRPr>
            </a:pPr>
            <a:r>
              <a:t>game.h - 遊戲類別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754880" y="1371600"/>
            <a:ext cx="3931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34495E"/>
                </a:solidFill>
              </a:defRPr>
            </a:pPr>
            <a:r>
              <a:t>源程式檔案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754880" y="1828800"/>
            <a:ext cx="39319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4495E"/>
                </a:solidFill>
              </a:defRPr>
            </a:pPr>
            <a:r>
              <a:t>main.cpp - 主程式入口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4495E"/>
                </a:solidFill>
              </a:defRPr>
            </a:pPr>
            <a:r>
              <a:t>board.cpp - 棋盤實現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4495E"/>
                </a:solidFill>
              </a:defRPr>
            </a:pPr>
            <a:r>
              <a:t>cell.cpp - 格子實現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4495E"/>
                </a:solidFill>
              </a:defRPr>
            </a:pPr>
            <a:r>
              <a:t>display.cpp - 顯示實現</a:t>
            </a:r>
          </a:p>
          <a:p>
            <a:pPr>
              <a:spcBef>
                <a:spcPts val="400"/>
              </a:spcBef>
              <a:spcAft>
                <a:spcPts val="400"/>
              </a:spcAft>
              <a:defRPr sz="1800">
                <a:solidFill>
                  <a:srgbClr val="34495E"/>
                </a:solidFill>
              </a:defRPr>
            </a:pPr>
            <a:r>
              <a:t>game.cpp - 遊戲實現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980B9"/>
                </a:solidFill>
              </a:defRPr>
            </a:pPr>
            <a:r>
              <a:t>編譯與執行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使用 Makefile 簡化編譯過程：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編譯：make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執行：./minesweeper（Linux/macOS）或 minesweeper.exe（Windows）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清理：make clean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系統要求：g++ 編譯器、C++17 標準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CF0F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2980B9"/>
                </a:solidFill>
              </a:defRPr>
            </a:pPr>
            <a:r>
              <a:t>特色與亮點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768096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✓ 跨平台支援（Windows、Linux、macOS）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✓ 提供三個難度等級滿足不同玩家需求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✓ 清晰的面向物件設計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✓ 支援遊戲狀態保存與恢復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✓ 直觀的命令列介面</a:t>
            </a:r>
          </a:p>
          <a:p>
            <a:pPr>
              <a:spcBef>
                <a:spcPts val="800"/>
              </a:spcBef>
              <a:spcAft>
                <a:spcPts val="800"/>
              </a:spcAft>
              <a:defRPr sz="2000">
                <a:solidFill>
                  <a:srgbClr val="34495E"/>
                </a:solidFill>
              </a:defRPr>
            </a:pPr>
            <a:r>
              <a:t>✓ 完整的文件與註解說明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980B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6000" b="1">
                <a:solidFill>
                  <a:srgbClr val="FFFFFF"/>
                </a:solidFill>
              </a:defRPr>
            </a:pPr>
            <a:r>
              <a:t>感謝觀看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38404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>
                <a:solidFill>
                  <a:srgbClr val="FFFFFF"/>
                </a:solidFill>
              </a:defRPr>
            </a:pPr>
            <a:r>
              <a:t>踩地雷遊戲專案示範完畢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