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5268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F3969-4CB5-0E03-436C-8E8B81D20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B481D-3E6C-FC58-1F3B-C29D2C074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D87D3-447B-D783-087B-3C8D2DFA6D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20F6-8317-B549-F50E-F371912E3A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498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E85B0-26EB-65C1-6C48-28B657F53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05C876-6010-B573-AB6E-6444E21061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03359-933E-01DE-2139-7F8C381E9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394F1-FEFC-1272-A9C1-EE5167A1C4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131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0058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183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058400" y="10058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100584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9848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18320" y="16459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0" y="164592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A3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698480" y="1645920"/>
            <a:ext cx="640080" cy="640080"/>
          </a:xfrm>
          <a:prstGeom prst="rect">
            <a:avLst/>
          </a:prstGeom>
          <a:solidFill>
            <a:srgbClr val="D7263D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✸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418320" y="22860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0" y="22860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98480" y="2286000"/>
            <a:ext cx="6400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1737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踩地雷</a:t>
            </a:r>
            <a:r>
              <a:rPr lang="zh-TW" alt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遊戲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kern="0" spc="3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Minesweeper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77240" y="3566160"/>
            <a:ext cx="9144000" cy="10058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</a:t>
            </a:r>
            <a:r>
              <a:rPr lang="en-US" altLang="zh-TW" sz="2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r>
              <a:rPr lang="zh-TW" altLang="en-US" sz="20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</a:t>
            </a:r>
            <a:endParaRPr lang="en-US" altLang="zh-TW" sz="2000" b="1" dirty="0">
              <a:solidFill>
                <a:srgbClr val="D726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TW" altLang="en-US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組長</a:t>
            </a:r>
            <a:r>
              <a:rPr lang="en-US" altLang="zh-TW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TW" altLang="en-US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詹書豪</a:t>
            </a:r>
            <a:endParaRPr lang="en-US" altLang="zh-TW" b="1" dirty="0">
              <a:solidFill>
                <a:srgbClr val="D726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TW" altLang="en-US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組員</a:t>
            </a:r>
            <a:r>
              <a:rPr lang="en-US" altLang="zh-TW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zh-TW" altLang="en-US" sz="18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李程鎧</a:t>
            </a:r>
            <a:endParaRPr lang="en-US" altLang="zh-TW" sz="1800" b="1" dirty="0">
              <a:solidFill>
                <a:srgbClr val="D726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25400">
            <a:solidFill>
              <a:srgbClr val="D726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遊戲是什麼？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6751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9 × 9 的方格中，藏著 10 顆地雷。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玩家輸入座標翻開格子。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翻到的數字 = 該格周圍 8 格的地雷數量。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翻到空白(周圍沒雷) 會自動往外擴散。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踩到地雷 → 遊戲結束。</a:t>
            </a:r>
            <a:endParaRPr lang="en-US" sz="19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900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翻完所有安全格 → 獲勝！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0" y="155448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5544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89720" y="155448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89720" y="15544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149840" y="155448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0" y="251460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0" y="2514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A3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89720" y="2514600"/>
            <a:ext cx="960120" cy="960120"/>
          </a:xfrm>
          <a:prstGeom prst="rect">
            <a:avLst/>
          </a:prstGeom>
          <a:solidFill>
            <a:srgbClr val="D7263D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89720" y="2514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149840" y="251460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49840" y="2514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0" y="3474720"/>
            <a:ext cx="960120" cy="960120"/>
          </a:xfrm>
          <a:prstGeom prst="rect">
            <a:avLst/>
          </a:prstGeom>
          <a:solidFill>
            <a:srgbClr val="D7263D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474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✸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89720" y="347472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3474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A3F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149840" y="3474720"/>
            <a:ext cx="960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49840" y="3474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46720" y="45720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7A8794"/>
                </a:solidFill>
              </a:rPr>
              <a:t>數字 = 周圍雷數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程式怎麼組成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794"/>
                </a:solidFill>
              </a:rPr>
              <a:t>用三個二維陣列記住遊戲狀態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38328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109728" cy="2194560"/>
          </a:xfrm>
          <a:prstGeom prst="rect">
            <a:avLst/>
          </a:prstGeom>
          <a:solidFill>
            <a:srgbClr val="2E5EA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5E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board[][]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玩家看到的盤面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(? / 數字 / 空白 / *)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645920"/>
            <a:ext cx="338328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1645920"/>
            <a:ext cx="109728" cy="219456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mine[][]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哪些格子有地雷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(true / false)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383280" cy="2194560"/>
          </a:xfrm>
          <a:prstGeom prst="rect">
            <a:avLst/>
          </a:prstGeom>
          <a:solidFill>
            <a:srgbClr val="F4F6F8"/>
          </a:solidFill>
          <a:ln w="12700">
            <a:solidFill>
              <a:srgbClr val="E0E4E8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1645920"/>
            <a:ext cx="109728" cy="2194560"/>
          </a:xfrm>
          <a:prstGeom prst="rect">
            <a:avLst/>
          </a:prstGeom>
          <a:solidFill>
            <a:srgbClr val="2C7A3F"/>
          </a:solidFill>
          <a:ln/>
        </p:spPr>
      </p:sp>
      <p:sp>
        <p:nvSpPr>
          <p:cNvPr id="14" name="Text 12"/>
          <p:cNvSpPr/>
          <p:nvPr/>
        </p:nvSpPr>
        <p:spPr>
          <a:xfrm>
            <a:off x="8321040" y="1828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open[][]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哪些格子被翻開過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(避免重複處理)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常數設定：</a:t>
            </a:r>
            <a:r>
              <a:rPr lang="en-US" sz="1700" dirty="0">
                <a:solidFill>
                  <a:srgbClr val="2B36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 = 9 (盤面大小)    MINES = 10 (地雷數)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四個重要函式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placeMines()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663440" y="137160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隨機把 10 顆地雷埋進盤面 (重複的位置就重抽)。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4231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countNear(r,c)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42316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數出 (r,c) 周圍 8 格有幾顆地雷。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54480" y="34747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printBoard()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把目前的盤面連同行列號印到畫面上。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2E5EA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526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reveal(r,c)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4526280"/>
            <a:ext cx="6766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翻開格子；若周圍沒雷就遞迴翻開附近格子。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遊戲流程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194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25400">
            <a:solidFill>
              <a:srgbClr val="2E5E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516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</a:t>
            </a:r>
            <a:r>
              <a:rPr lang="en-US" sz="15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盤面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2313432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794"/>
                </a:solidFill>
              </a:rPr>
              <a:t>➜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96312" y="2194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25400">
            <a:solidFill>
              <a:srgbClr val="2E5E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42032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隨機埋地雷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69664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794"/>
                </a:solidFill>
              </a:rPr>
              <a:t>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52544" y="2194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25400">
            <a:solidFill>
              <a:srgbClr val="2E5E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輸入座標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25896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794"/>
                </a:solidFill>
              </a:rPr>
              <a:t>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2194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25400">
            <a:solidFill>
              <a:srgbClr val="D72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54496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是地雷?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882128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794"/>
                </a:solidFill>
              </a:rPr>
              <a:t>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65008" y="2194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25400">
            <a:solidFill>
              <a:srgbClr val="2C7A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翻開 / 擴散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738360" y="21945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8794"/>
                </a:solidFill>
              </a:rPr>
              <a:t>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21240" y="219456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25400">
            <a:solidFill>
              <a:srgbClr val="2C7A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66960" y="219456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5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</a:t>
            </a:r>
            <a:r>
              <a:rPr lang="en-US" sz="1500" b="1" dirty="0" err="1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翻完</a:t>
            </a:r>
            <a:r>
              <a:rPr lang="en-US" sz="1500" b="1" dirty="0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r>
              <a:rPr lang="en-US" sz="1500" b="1" dirty="0" err="1">
                <a:solidFill>
                  <a:srgbClr val="2C7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勝利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35661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8794"/>
                </a:solidFill>
              </a:rPr>
              <a:t>「是地雷?」若為是 → 遊戲結束；否則翻開後回到「輸入座標」繼續。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自動擴散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6858000" cy="4206240"/>
          </a:xfrm>
          <a:prstGeom prst="rect">
            <a:avLst/>
          </a:prstGeom>
          <a:solidFill>
            <a:srgbClr val="0F1A20"/>
          </a:solidFill>
          <a:ln w="12700">
            <a:solidFill>
              <a:srgbClr val="3342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463040"/>
            <a:ext cx="6400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reveal(int r, int c) {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(越界 || 已翻開) return;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open[r][c] = true;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n = countNear(r, c);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F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 == 0)               // 周圍沒雷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8FE3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翻開周圍 8 格 (遞迴)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顯示數字 n;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CE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0" y="16459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為什麼要遞迴？
</a:t>
            </a:r>
            <a:endParaRPr lang="en-US" sz="1900" dirty="0"/>
          </a:p>
          <a:p>
            <a:pPr marL="0" indent="0">
              <a:buNone/>
            </a:pPr>
            <a:r>
              <a:rPr lang="en-US" sz="1700" dirty="0">
                <a:solidFill>
                  <a:srgbClr val="C7CC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踩到一片安全區時，可以一次自動翻開一大塊，不用玩家慢慢點。這就是踩地雷會「一次開很多格」的原因。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1A190-CD1F-402D-4DF6-39486FE1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E3DCF7-A3DE-60FA-995E-BB2D15250CA3}"/>
              </a:ext>
            </a:extLst>
          </p:cNvPr>
          <p:cNvSpPr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遊戲畫面展示</a:t>
            </a:r>
            <a:endParaRPr lang="en-US" sz="32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50F5C6E-0EDE-BBB1-A9DD-848E981E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166948"/>
            <a:ext cx="3139440" cy="461484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21938E8-D166-295B-866C-BE5CFCBDC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4502" y="1166948"/>
            <a:ext cx="3139441" cy="4614843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323F3A1-D639-775F-F70C-0CBC192D78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7005" y="1166948"/>
            <a:ext cx="3424391" cy="4614843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0F109157-91B1-61A0-08A9-B413F171E734}"/>
              </a:ext>
            </a:extLst>
          </p:cNvPr>
          <p:cNvSpPr/>
          <p:nvPr/>
        </p:nvSpPr>
        <p:spPr>
          <a:xfrm>
            <a:off x="1099457" y="5811570"/>
            <a:ext cx="2464525" cy="509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遊戲中</a:t>
            </a:r>
            <a:endParaRPr lang="en-US" sz="2800" dirty="0"/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044D01DB-3831-63A2-F49B-D8A08195309F}"/>
              </a:ext>
            </a:extLst>
          </p:cNvPr>
          <p:cNvSpPr/>
          <p:nvPr/>
        </p:nvSpPr>
        <p:spPr>
          <a:xfrm>
            <a:off x="4651959" y="5811570"/>
            <a:ext cx="2464525" cy="509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踩到地雷</a:t>
            </a:r>
            <a:endParaRPr lang="en-US" sz="2800" dirty="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BDBC4431-A5CE-70D0-AF43-DF63D3FCC80F}"/>
              </a:ext>
            </a:extLst>
          </p:cNvPr>
          <p:cNvSpPr/>
          <p:nvPr/>
        </p:nvSpPr>
        <p:spPr>
          <a:xfrm>
            <a:off x="8346937" y="5814522"/>
            <a:ext cx="2464525" cy="509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TW" alt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獲勝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92253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75AD0-659B-C46C-64DF-E9BE0E59F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8DA9E60-EDD3-81AA-24DA-A20271EFE44C}"/>
              </a:ext>
            </a:extLst>
          </p:cNvPr>
          <p:cNvSpPr/>
          <p:nvPr/>
        </p:nvSpPr>
        <p:spPr>
          <a:xfrm>
            <a:off x="64008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TW" altLang="en-US" sz="3400" b="1" dirty="0">
                <a:solidFill>
                  <a:srgbClr val="1B2A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分工資訊</a:t>
            </a:r>
            <a:endParaRPr lang="en-US" sz="3400" dirty="0"/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4BE11AEA-68D2-A5A8-E946-17C332F83653}"/>
              </a:ext>
            </a:extLst>
          </p:cNvPr>
          <p:cNvSpPr/>
          <p:nvPr/>
        </p:nvSpPr>
        <p:spPr>
          <a:xfrm>
            <a:off x="640080" y="1602376"/>
            <a:ext cx="4785360" cy="3701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28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詹書豪</a:t>
            </a:r>
            <a:endParaRPr lang="en-US" altLang="zh-TW" sz="2800" b="1" dirty="0"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rgbClr val="5169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整體專案規劃與架構設計</a:t>
            </a:r>
            <a:endParaRPr lang="en-US" altLang="zh-TW" sz="2800" b="1" dirty="0">
              <a:solidFill>
                <a:srgbClr val="51698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rgbClr val="5169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程式整合與測試</a:t>
            </a:r>
            <a:endParaRPr lang="en-US" altLang="zh-TW" sz="2800" b="1" dirty="0">
              <a:solidFill>
                <a:srgbClr val="51698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endParaRPr lang="en-US" altLang="zh-TW" sz="3400" b="1" dirty="0">
              <a:solidFill>
                <a:srgbClr val="1B2A33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89F3B283-2E3B-3D39-A275-F1BB2BA7EA63}"/>
              </a:ext>
            </a:extLst>
          </p:cNvPr>
          <p:cNvSpPr txBox="1"/>
          <p:nvPr/>
        </p:nvSpPr>
        <p:spPr>
          <a:xfrm>
            <a:off x="6217920" y="2474893"/>
            <a:ext cx="48680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李程鎧</a:t>
            </a:r>
            <a:endParaRPr lang="en-US" altLang="zh-TW" sz="2800" b="1" dirty="0"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TW" altLang="en-US" sz="2800" b="1" dirty="0">
                <a:solidFill>
                  <a:srgbClr val="51698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輔助開發和測試</a:t>
            </a:r>
            <a:endParaRPr lang="en-US" altLang="zh-TW" sz="2800" b="1" dirty="0">
              <a:solidFill>
                <a:srgbClr val="51698F"/>
              </a:solidFill>
              <a:latin typeface="Arial Black" pitchFamily="34" charset="0"/>
              <a:ea typeface="Arial Black" pitchFamily="34" charset="-122"/>
              <a:cs typeface="Arial Black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095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2A3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總結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用二維陣列表示遊戲盤面。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用迴圈與條件判斷處理遊戲規則。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2B36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用遞迴實作自動擴散的效果。</a:t>
            </a:r>
            <a:endParaRPr lang="en-US" sz="21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100" dirty="0" err="1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可延伸：插旗、計時</a:t>
            </a:r>
            <a:r>
              <a:rPr lang="en-US" sz="2100" dirty="0">
                <a:solidFill>
                  <a:srgbClr val="2E5E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9144000" y="2011680"/>
            <a:ext cx="777240" cy="777240"/>
          </a:xfrm>
          <a:prstGeom prst="rect">
            <a:avLst/>
          </a:prstGeom>
          <a:solidFill>
            <a:srgbClr val="D7263D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21240" y="20116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2124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A3F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698480" y="201168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0" y="27889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7A3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921240" y="2788920"/>
            <a:ext cx="777240" cy="777240"/>
          </a:xfrm>
          <a:prstGeom prst="rect">
            <a:avLst/>
          </a:prstGeom>
          <a:solidFill>
            <a:srgbClr val="D7263D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2124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698480" y="278892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98480" y="27889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144000" y="35661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21240" y="35661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698480" y="3566160"/>
            <a:ext cx="777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0" y="3566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EAA"/>
                </a:solidFill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78240" y="46634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D7263D"/>
                </a:solidFill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321</Words>
  <Application>Microsoft Office PowerPoint</Application>
  <PresentationFormat>寬螢幕</PresentationFormat>
  <Paragraphs>112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踩地雷小遊戲</dc:title>
  <dc:subject>PptxGenJS Presentation</dc:subject>
  <dc:creator>報告</dc:creator>
  <cp:lastModifiedBy>油 醬</cp:lastModifiedBy>
  <cp:revision>3</cp:revision>
  <dcterms:created xsi:type="dcterms:W3CDTF">2026-06-10T11:11:19Z</dcterms:created>
  <dcterms:modified xsi:type="dcterms:W3CDTF">2026-06-10T17:23:45Z</dcterms:modified>
</cp:coreProperties>
</file>